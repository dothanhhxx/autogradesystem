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74" d="100"/>
          <a:sy n="74" d="100"/>
        </p:scale>
        <p:origin x="75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slide" Target="slides/slide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00F20-0B1A-4D37-9008-77F386FB1B0F}" type="datetimeFigureOut">
              <a:rPr lang="en-MY" smtClean="0"/>
              <a:t>4/10/2026</a:t>
            </a:fld>
            <a:endParaRPr lang="en-MY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MY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MY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EADE24-9E59-45E1-AABE-F90C9633F2E9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5177889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DC828-EEA9-A2E6-5B1B-42E79F5AFB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509923"/>
            <a:ext cx="91440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70A53E-D623-AEDD-ABF9-FF25097E91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3989598"/>
            <a:ext cx="914400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accent5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A4D71-148C-4E9C-E464-4585FFB0D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A5881A61-E187-40B7-A6DE-E6649FBA2C2F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4B9605-CC60-9011-3167-BE98A873A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94BB95-DABF-F472-4444-EE73FC8E6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146886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FB2F8-AF09-4B70-D01A-0A20BEFB1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6AAFC2-FF9E-026F-B8C0-A743AEC1A6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42DA0F-AB79-50BC-42B6-D333FD14F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6A9EB7-AFCA-48FA-8D3F-2FF3451DCCA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B14A9D-63D6-E15C-F963-369101462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8BF15A-DDCE-7E28-EB37-0F0759D5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15972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2383C-9EBB-73F1-ABDF-DD1C8F97B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5768053" cy="2852737"/>
          </a:xfrm>
        </p:spPr>
        <p:txBody>
          <a:bodyPr anchor="b">
            <a:normAutofit/>
          </a:bodyPr>
          <a:lstStyle>
            <a:lvl1pPr>
              <a:defRPr sz="440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67332-91E4-A9BC-5136-5ECF23B0BC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5768053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accent5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158336-059E-850F-AC41-B2996C19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5A577D-AE40-4CD8-8F30-24006792B1B1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24D48-0B4A-398F-E97E-1747A8DE7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BB8F6-8871-1AF0-A5E2-1763D3E50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5752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63A38-1647-6EB4-9FBD-2F07DD17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432CB-DA29-49FE-EE4D-2607243FD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149327-07B0-92B0-26E8-0092015510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962F84-7B7F-3AF7-0354-A8E902FF8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2F1B48-190A-4377-8FB8-14AD17F9D1F4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0262-72DB-D898-269A-F51B804A4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D08CBC-EDB6-871C-F5C2-4BA0B96D7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4643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43EE12-7C28-E528-DE25-DC6A6ACCB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92725-A37D-A229-CE43-833F7A12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solidFill>
            <a:schemeClr val="accent2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5AB912-F371-D45B-2841-349AB59C7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D059F9-7042-8E3C-2339-D0670EBFC0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solidFill>
            <a:schemeClr val="accent1"/>
          </a:solidFill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A2A2A6-C28E-58CC-7D58-22285274E2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4456DF-5518-C066-7507-A344FA916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28BE6-FAFD-41CD-B948-79FD206497EE}" type="datetime1">
              <a:rPr lang="en-MY" smtClean="0"/>
              <a:t>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C194F-4517-9437-F58E-9B1500268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074F5CD-9725-A9F2-4C9A-6B599321D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1007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DC19FD-9393-1329-BDA9-EBBD6BBC1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E07425-57A8-9DB3-1C88-C5908803E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B4C5E-3409-40E6-9C27-398859297883}" type="datetime1">
              <a:rPr lang="en-MY" smtClean="0"/>
              <a:t>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C96632-EB73-5ECE-414E-8A93B657F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6CAAC-F193-DC43-150C-EE8D37BBEB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757891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898995-ECAC-F022-52A7-A7282608B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DD15F31-6472-4209-A7F7-A31D38751590}" type="datetime1">
              <a:rPr lang="en-MY" smtClean="0"/>
              <a:t>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D70D506-5609-4701-AE91-C8CD64C2F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D9C260-0F2F-6F16-D900-0BE94831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41063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2BCC4-6EE3-42AD-AFF7-A92FDEBC19B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70311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9C141-F0B3-D087-3E27-A5B819D9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8812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CE2D7A-6BB4-1985-57AA-8B1CA52DAE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1D4B6-ABAD-E8C1-4BCF-7A5EA42753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8812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453B8A-4C83-D9EF-50F6-89B18A353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2E8F0701-25FF-400B-9896-A68A1813DA3F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6723B-0862-0C97-F657-FA370E370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F9AFD-1983-4325-D62B-4B4350031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57755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838200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153400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13017E7D-129D-426F-997F-17D89B3BE2A8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77501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71531F-F3AC-D412-10C8-F477E9041363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336026" y="987425"/>
            <a:ext cx="701936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4B679-19B5-65CF-0CF1-0E5FBD5A7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195636" cy="160020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59A2A3-3D9E-1FC9-0C04-3BDD7AFFC1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195636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accent5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BA71B-14FE-9B23-6085-821F143D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1611B-1FB4-4C80-8B05-0DE57E69CD40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A4CFFF-4925-3BA5-E4C5-786438303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1C0E30-4C99-A255-D241-A07A62ADE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33560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6B0A2-A78F-034E-C5F2-CCA59072B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277FA9-C50C-D302-B84F-1E87B19AAD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67E02B-5762-9C76-7FFD-7B74B2CC5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C4474-560F-4175-A3E0-D58B0449ED04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739B2-AB9F-3C68-1C1B-E39B2EADC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1819B8-ECB0-D032-1092-EB022A4E7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68970501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986F891-4A6A-5553-3C81-EA7C48B152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132141" y="365125"/>
            <a:ext cx="1841091" cy="5811838"/>
          </a:xfrm>
        </p:spPr>
        <p:txBody>
          <a:bodyPr vert="eaVer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E61C4C-DC70-E46C-7A2C-F379F146E1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966019"/>
            <a:ext cx="9116961" cy="521094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6C9DF-D503-895A-798F-0CA27B9C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fld id="{4483B6BC-DF73-418D-BB74-75315B950211}" type="datetime1">
              <a:rPr lang="en-MY" smtClean="0"/>
              <a:pPr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66F2A-975D-FE10-9E91-6F4E660B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2B409A-C23F-3B71-6425-A0384B7F8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433920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Relationship Id="rId1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728284C-557E-7B80-4922-87007A684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MY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B86D92-17CE-769F-72AE-FA9891DB1E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MY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370224-8D4B-9362-8033-C8A36D414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227EB5BB-382A-4932-8704-E72DF42830F5}" type="datetime1">
              <a:rPr lang="en-MY" smtClean="0"/>
              <a:pPr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85C3D-832A-FD12-9466-2BAFE78186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endParaRPr lang="en-MY">
              <a:solidFill>
                <a:schemeClr val="tx1">
                  <a:lumMod val="10000"/>
                  <a:lumOff val="9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AAB9C-8FC3-22CF-BD1E-F91DCAF21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10000"/>
                    <a:lumOff val="90000"/>
                  </a:schemeClr>
                </a:solidFill>
              </a:defRPr>
            </a:lvl1pPr>
          </a:lstStyle>
          <a:p>
            <a:fld id="{F3B56F2E-B3B8-4D26-93A8-217AC2026D91}" type="slidenum">
              <a:rPr lang="en-MY" smtClean="0"/>
              <a:pPr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721146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1" r:id="rId10"/>
    <p:sldLayoutId id="2147483657" r:id="rId11"/>
    <p:sldLayoutId id="2147483658" r:id="rId12"/>
    <p:sldLayoutId id="2147483659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883F6-23AE-B567-0457-7DF2B257A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BDF6C2-D4C2-F255-37A7-4CA0CDB2E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FC5B0-B560-F9C5-0E32-C1330C7217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86B282-AD97-4B35-A88A-67A43BF3BE53}" type="datetime1">
              <a:rPr lang="en-MY" smtClean="0"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3DD814-CCB9-7D8B-7E3A-3545EF9B1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EFE18D-74F2-A7C0-D8FC-857EC8AA7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2</a:t>
            </a:fld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3365607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CC8E0-8DAC-230C-5790-3631BA5BE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2D8DF-2E0D-D647-DDF9-A844E9CD58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B61BDE-A16D-6C08-A692-58541BB43F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1CDBD8-7F42-4C1E-8C0E-7DC7BF4FCB1F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AFF1A-C504-768E-CDFB-5918532E9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32575-4764-48C5-EA84-744732179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3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006403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C1CC4-E10B-9F89-3196-E4CF37082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9132E-B528-13E5-85CA-4916CAC8B5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4E3C1-C9B9-1B32-5628-7064ABDD70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AEAC4A-82BE-6993-2E36-91F7A6A19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EA5AE4-8717-4D15-B80A-9FD870482149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9EC23D-67E3-24FE-C471-E00E13B67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7D331B-6C0B-9870-2025-EFE76877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4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0056914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A601-E5DF-F752-9BD5-19D8E39D56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768CF-743E-7170-4104-3D44D5B772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DA42DD-F94A-F7EE-B416-43C1098A595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CF4359-05DA-D6F6-8BBC-56C635A4BB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8C1CCD-2D7D-2022-442B-BD019801492F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37DE048-A1D2-0A54-9424-3DBE563FB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675892-3145-4243-A065-A2E4450D1C1E}" type="datetime1">
              <a:rPr lang="en-MY" smtClean="0"/>
              <a:t>4/10/2026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386EB9-F81C-E310-4E6F-40420A4BD5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0E22B6-C783-1943-9850-62E03FEFC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5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422685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AB70-6D6C-E886-1F25-07BE4D202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15EFD5-6DF2-EBB7-BD9C-46F29A1E7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CD0CA1-DFFC-4620-8E5E-C2042DF9853B}" type="datetime1">
              <a:rPr lang="en-MY" smtClean="0"/>
              <a:t>4/10/2026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009EA5-7273-BDAC-0841-9637B8B74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9CFFE6-B049-0F5F-8EC8-60A214ED9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6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166354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115F14-4033-BD77-59F1-78C741328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D0535-E9E4-4C53-9B89-8CE835BE2322}" type="datetime1">
              <a:rPr lang="en-MY" smtClean="0"/>
              <a:t>4/10/2026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9AF413-9B0A-64AC-BC85-B1E4AFFCE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>
              <a:solidFill>
                <a:schemeClr val="accent5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769DB-5BAC-9F13-9CFB-07C6CBBE6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7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000203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386FA4-199F-5579-BECB-E6ED07BDE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5AA85-C03B-BB1A-3182-A01765622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0EC3CA-8E75-FF7E-2F1E-34D596CBE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3EAF91-9AC6-E5F8-8671-D7BF8E58AF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02CBE3-9EDD-48D4-B800-DEE7C4DAC53E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68924C-EA1A-6B76-A392-56D70176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A8BFDB-2E4B-8E5F-2287-B0D9EB8E1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8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1607787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DCB3A74-5B6F-F91C-5ED2-ED36C2D45B4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86150DD-4DB1-C543-9629-EEC6CB4F8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463609-6139-7318-2F01-FA07E0C0DF1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8967E6-FD33-CF55-F7EA-6D3DC2C4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0DD08-BA20-4715-8453-9AF95FFDBF6E}" type="datetime1">
              <a:rPr lang="en-MY" smtClean="0"/>
              <a:t>4/10/2026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A48B92-9907-344F-A75B-1D3407C76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 dirty="0">
              <a:solidFill>
                <a:schemeClr val="accent5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65227-D62B-9366-C742-0FCD71010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9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153650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499E6-09FD-5234-D737-C0D9B01E4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DECA19-7550-02E1-9433-EC4DE2D8A9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12693A-ADE4-4AA6-3C57-C829BAB7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6C4474-560F-4175-A3E0-D58B0449ED04}" type="datetime1">
              <a:rPr lang="en-MY" smtClean="0"/>
              <a:t>4/10/2026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30B720-79A7-F238-1ADD-A0F5C8D96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46D2DB-C3E6-3BD4-6E9D-A901D65B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t>10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92629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8AFFA3-8DC3-4F5E-5A2B-68C81DCA567C}"/>
              </a:ext>
            </a:extLst>
          </p:cNvPr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1441019-07CB-5E2B-A3EB-B5E117EB87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842B89-B314-BC6A-CC05-B451E7FB5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83B6BC-DF73-418D-BB74-75315B950211}" type="datetime1">
              <a:rPr lang="en-MY" smtClean="0"/>
              <a:t>4/10/2026</a:t>
            </a:fld>
            <a:endParaRPr lang="en-MY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F14A9-3D0D-08B3-8B37-88312629D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94E65F-7023-4701-22A0-B4A0538907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56F2E-B3B8-4D26-93A8-217AC2026D91}" type="slidenum">
              <a:rPr lang="en-MY" smtClean="0"/>
              <a:pPr/>
              <a:t>11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013639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ICOCO 2026">
      <a:dk1>
        <a:srgbClr val="14213D"/>
      </a:dk1>
      <a:lt1>
        <a:sysClr val="window" lastClr="FFFFFF"/>
      </a:lt1>
      <a:dk2>
        <a:srgbClr val="0E2841"/>
      </a:dk2>
      <a:lt2>
        <a:srgbClr val="F2F6FB"/>
      </a:lt2>
      <a:accent1>
        <a:srgbClr val="1B5DAA"/>
      </a:accent1>
      <a:accent2>
        <a:srgbClr val="F39200"/>
      </a:accent2>
      <a:accent3>
        <a:srgbClr val="1EA0DC"/>
      </a:accent3>
      <a:accent4>
        <a:srgbClr val="E8453C"/>
      </a:accent4>
      <a:accent5>
        <a:srgbClr val="6B7A90"/>
      </a:accent5>
      <a:accent6>
        <a:srgbClr val="FFC266"/>
      </a:accent6>
      <a:hlink>
        <a:srgbClr val="1B5DAA"/>
      </a:hlink>
      <a:folHlink>
        <a:srgbClr val="2A4A66"/>
      </a:folHlink>
    </a:clrScheme>
    <a:fontScheme name="Custom 13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emplate-icoco-2026.potx" id="{42593825-DDD8-4065-AC76-17F1F2215341}" vid="{CEB74441-719A-4A02-814A-1777FE82C7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</TotalTime>
  <Words>22</Words>
  <Application>Microsoft Office PowerPoint</Application>
  <PresentationFormat>Widescreen</PresentationFormat>
  <Paragraphs>22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 VEI SIANG</dc:creator>
  <cp:lastModifiedBy>CHAN VEI SIANG</cp:lastModifiedBy>
  <cp:revision>23</cp:revision>
  <dcterms:created xsi:type="dcterms:W3CDTF">2026-10-04T11:14:08Z</dcterms:created>
  <dcterms:modified xsi:type="dcterms:W3CDTF">2026-10-04T11:50:17Z</dcterms:modified>
</cp:coreProperties>
</file>