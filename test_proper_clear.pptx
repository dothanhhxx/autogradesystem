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00F20-0B1A-4D37-9008-77F386FB1B0F}" type="datetimeFigureOut">
              <a:rPr lang="en-MY" smtClean="0"/>
              <a:t>4/10/2026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DE24-9E59-45E1-AABE-F90C9633F2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778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828-EEA9-A2E6-5B1B-42E79F5AF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50992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0A53E-D623-AEDD-ABF9-FF25097E9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8959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4D71-148C-4E9C-E464-4585FFB0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A5881A61-E187-40B7-A6DE-E6649FBA2C2F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9605-CC60-9011-3167-BE98A87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BB95-DABF-F472-4444-EE73FC8E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468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B2F8-AF09-4B70-D01A-0A20BEFB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AFC2-FF9E-026F-B8C0-A743AEC1A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DA0F-AB79-50BC-42B6-D333FD14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9EB7-AFCA-48FA-8D3F-2FF3451DCCA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4A9D-63D6-E15C-F963-36910146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F15A-DDCE-7E28-EB37-0F0759D5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59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383C-9EBB-73F1-ABDF-DD1C8F97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768053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7332-91E4-A9BC-5136-5ECF23B0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7680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8336-059E-850F-AC41-B2996C19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577D-AE40-4CD8-8F30-24006792B1B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24D48-0B4A-398F-E97E-1747A8DE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BB8F6-8871-1AF0-A5E2-1763D3E5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75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3A38-1647-6EB4-9FBD-2F07DD1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32CB-DA29-49FE-EE4D-2607243FD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49327-07B0-92B0-26E8-00920155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62F84-7B7F-3AF7-0354-A8E902FF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1B48-190A-4377-8FB8-14AD17F9D1F4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0262-72DB-D898-269A-F51B804A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08CBC-EDB6-871C-F5C2-4BA0B96D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4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EE12-7C28-E528-DE25-DC6A6ACC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2725-A37D-A229-CE43-833F7A12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B912-F371-D45B-2841-349AB59C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59F9-7042-8E3C-2339-D0670EBFC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2A2A6-C28E-58CC-7D58-22285274E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456DF-5518-C066-7507-A344FA91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28BE6-FAFD-41CD-B948-79FD206497E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C194F-4517-9437-F58E-9B150026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4F5CD-9725-A9F2-4C9A-6B599321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19FD-9393-1329-BDA9-EBBD6BBC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07425-57A8-9DB3-1C88-C5908803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4C5E-3409-40E6-9C27-398859297883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6632-EB73-5ECE-414E-8A93B657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6CAAC-F193-DC43-150C-EE8D37BB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789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98995-ECAC-F022-52A7-A7282608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DD15F31-6472-4209-A7F7-A31D38751590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D506-5609-4701-AE91-C8CD64C2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C260-0F2F-6F16-D900-0BE9483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106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2BCC4-6EE3-42AD-AFF7-A92FDEBC19B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03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2E8F0701-25FF-400B-9896-A68A1813DA3F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57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3017E7D-129D-426F-997F-17D89B3BE2A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75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611B-1FB4-4C80-8B05-0DE57E69CD40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56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0A2-A78F-034E-C5F2-CCA59072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77FA9-C50C-D302-B84F-1E87B19A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E02B-5762-9C76-7FFD-7B74B2CC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39B2-AB9F-3C68-1C1B-E39B2EAD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19B8-ECB0-D032-1092-EB022A4E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9705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6F891-4A6A-5553-3C81-EA7C48B1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32141" y="365125"/>
            <a:ext cx="1841091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1C4C-DC70-E46C-7A2C-F379F146E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966019"/>
            <a:ext cx="9116961" cy="52109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6C9DF-D503-895A-798F-0CA27B9C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4483B6BC-DF73-418D-BB74-75315B950211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6F2A-975D-FE10-9E91-6F4E660B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409A-C23F-3B71-6425-A0384B7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33920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284C-557E-7B80-4922-87007A6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86D92-17CE-769F-72AE-FA9891DB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0224-8D4B-9362-8033-C8A36D414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227EB5BB-382A-4932-8704-E72DF42830F5}" type="datetime1">
              <a:rPr lang="en-MY" smtClean="0"/>
              <a:pPr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5C3D-832A-FD12-9466-2BAFE781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AB9C-8FC3-22CF-BD1E-F91DCAF21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2114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CO 2026">
      <a:dk1>
        <a:srgbClr val="14213D"/>
      </a:dk1>
      <a:lt1>
        <a:sysClr val="window" lastClr="FFFFFF"/>
      </a:lt1>
      <a:dk2>
        <a:srgbClr val="0E2841"/>
      </a:dk2>
      <a:lt2>
        <a:srgbClr val="F2F6FB"/>
      </a:lt2>
      <a:accent1>
        <a:srgbClr val="1B5DAA"/>
      </a:accent1>
      <a:accent2>
        <a:srgbClr val="F39200"/>
      </a:accent2>
      <a:accent3>
        <a:srgbClr val="1EA0DC"/>
      </a:accent3>
      <a:accent4>
        <a:srgbClr val="E8453C"/>
      </a:accent4>
      <a:accent5>
        <a:srgbClr val="6B7A90"/>
      </a:accent5>
      <a:accent6>
        <a:srgbClr val="FFC266"/>
      </a:accent6>
      <a:hlink>
        <a:srgbClr val="1B5DAA"/>
      </a:hlink>
      <a:folHlink>
        <a:srgbClr val="2A4A66"/>
      </a:folHlink>
    </a:clrScheme>
    <a:fontScheme name="Custom 1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-icoco-2026.potx" id="{42593825-DDD8-4065-AC76-17F1F2215341}" vid="{CEB74441-719A-4A02-814A-1777FE82C7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22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VEI SIANG</dc:creator>
  <cp:lastModifiedBy>CHAN VEI SIANG</cp:lastModifiedBy>
  <cp:revision>23</cp:revision>
  <dcterms:created xsi:type="dcterms:W3CDTF">2026-10-04T11:14:08Z</dcterms:created>
  <dcterms:modified xsi:type="dcterms:W3CDTF">2026-10-04T11:50:17Z</dcterms:modified>
</cp:coreProperties>
</file>